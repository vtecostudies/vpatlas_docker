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5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VPAtlas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084"/>
                </a:solidFill>
                <a:latin typeface="Calibri"/>
              </a:defRPr>
            </a:pPr>
            <a:r>
              <a:t>Rewriting the UI/UX of the Vermont Vernal Pool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Vermont Center for Ecostudies  |  April 2026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Potential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5029200"/>
            <a:ext cx="274320" cy="2743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Probable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5029200"/>
            <a:ext cx="274320" cy="274320"/>
          </a:xfrm>
          <a:prstGeom prst="ellipse">
            <a:avLst/>
          </a:prstGeom>
          <a:solidFill>
            <a:srgbClr val="00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Confirmed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502920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Duplicate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5029200"/>
            <a:ext cx="274320" cy="27432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39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Eliminated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What VPAtlas Does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Authoritative live database of Vermont's vernal pools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Tracks pools through the pipeline: Identified → Visited → Monitored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Five pool statuses: Potential, Probable, Confirmed, Duplicate, Eliminated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Ingests S123 field data via custom API process, manually invoked by Admins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Publishes data via live API to VT ANR / VCGI database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User self-registration and JWT-based login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Users enter and edit Atlas Visit observations online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Admins manage users, ingest S123 data, review visits, set pool statuses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Integrates pool, visit, and survey data with photos (S123 visit photos broken)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Public explore interface with interactive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Why v3 — The UI Platform is 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The DB and API are solid — it's the UI/UX that needs replacing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UI built on Angular 14 — now 3+ major versions behind</a:t>
            </a:r>
          </a:p>
          <a:p>
            <a:pPr lvl="1" indent="-457200" marL="685800">
              <a:spcAft>
                <a:spcPts val="300"/>
              </a:spcAft>
              <a:defRPr sz="1800">
                <a:solidFill>
                  <a:srgbClr val="6B7280"/>
                </a:solidFill>
                <a:latin typeface="Calibri"/>
              </a:defRPr>
              <a:buSzPct val="100000"/>
              <a:buClr>
                <a:srgbClr val="6B7280"/>
              </a:buClr>
              <a:buChar char="–"/>
            </a:pPr>
            <a:r>
              <a:t>Angular ecosystem is moving toward signals/standalone — v14 patterns are legacy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Heavy dependency chain: TypeScript, RxJS 6, Angular CLI, build tooling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jQuery + DataTables mixed alongside Angular (anti-pattern)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Deprecated dependencies: request, Protractor, TSLint, AWS SDK v2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No containerization — PM2 process management, manual deployment</a:t>
            </a:r>
          </a:p>
          <a:p>
            <a:pPr lvl="1" indent="-457200" marL="685800">
              <a:spcAft>
                <a:spcPts val="300"/>
              </a:spcAft>
              <a:defRPr sz="1800">
                <a:solidFill>
                  <a:srgbClr val="6B7280"/>
                </a:solidFill>
                <a:latin typeface="Calibri"/>
              </a:defRPr>
              <a:buSzPct val="100000"/>
              <a:buClr>
                <a:srgbClr val="6B7280"/>
              </a:buClr>
              <a:buChar char="–"/>
            </a:pPr>
            <a:r>
              <a:t>Each deployment is manual; no reproducible environment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Hard to update, hard to recruit help, fragile build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Why v3 — Data Collection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54A"/>
                </a:solidFill>
                <a:latin typeface="Calibri"/>
              </a:defRPr>
            </a:pPr>
            <a:r>
              <a:t>In-App Visit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Desktop-oriented, not field-friendly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Clunky multi-page forms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No offline capability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No GPS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54A"/>
                </a:solidFill>
                <a:latin typeface="Calibri"/>
              </a:defRPr>
            </a:pPr>
            <a:r>
              <a:t>Survey123 Band-Aid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Separate platform = separate login, data silo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Form updates easily break the ingest pipeline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No control over UX or behavior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Visit photo integration is broken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Better than nothing, but fragile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solidFill>
            <a:srgbClr val="00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084"/>
                </a:solidFill>
                <a:latin typeface="Calibri"/>
              </a:defRPr>
            </a:pPr>
            <a:r>
              <a:t>v3: Surveys write direct to DB. VCE controls the full stack. Future changes are easy.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Why v3 —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Proven tech from LoonWeb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PWA: installable from browser, no app store, auto-updates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Offline-first: IndexedDB data queue, smart sync on reconnect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Offline map basemaps and overlays for field use without cell service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Real-time GPS tracking with accuracy monitoring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Full control over data-collection design (e.g. select a pool by name or on map)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Add PoolFinder: GPS navigation to pools in the field</a:t>
            </a:r>
          </a:p>
          <a:p>
            <a:pPr indent="-228600" marL="457200">
              <a:spcAft>
                <a:spcPts val="600"/>
              </a:spcAft>
              <a:defRPr sz="19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Mobile-first responsive design with Bootstrap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solidFill>
            <a:srgbClr val="00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AA520"/>
                </a:solidFill>
                <a:latin typeface="Calibri"/>
              </a:defRPr>
            </a:pPr>
            <a:r>
              <a:t>Wetlands Act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With imminent regulatory changes, we need tools for rapid identification of potential pools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Architecture: v2 → v3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34840"/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5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VPAtlas v2</a:t>
                      </a:r>
                    </a:p>
                  </a:txBody>
                  <a:tcPr>
                    <a:solidFill>
                      <a:srgbClr val="005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VPAtlas v3</a:t>
                      </a:r>
                    </a:p>
                  </a:txBody>
                  <a:tcPr>
                    <a:solidFill>
                      <a:srgbClr val="0055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Angular 14, TypeScript, build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Plain HTML/JS/CSS, ES6 modules, no build step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PM2, manual server setup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Docker Compose (db + api + ui)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PostgreSQL + PostGIS (reused)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PostgreSQL 17 + PostGIS 3.5 (migrated, same schema)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Express/Node (reused)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Same API, enhanced with env-var config overlay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Angular services, RxJS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URL params + IndexedDB persistence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Leaflet + Esri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Leaflet + VCGI tiles + boundary overlays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S123 + clunky web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Integrated PWA with GPS + offline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What's Built — Explore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Three-pane layout: pool list | map | summary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Filter system with data-type buttons, pool ID type-ahead, town/county multi-select tokens, status checkboxes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All filters persist to IndexedDB, restore on page load, sync to URL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Map markers: color = status (goldenrod / cyan / dark blue), shape = survey level (circle / triangle / diamond)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VCGI basemaps: Color Infrared, Leaf-Off, Lidar DEM/DSM/Slope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Clickable county and town boundary overlays — click to zoom and filter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Pool detail view with visit and survey history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61 automated tests via test_stack.sh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What's Built — Admin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JWT-based user registration and login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Review creation form with pool selection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Review list and detail views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User administration panel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Profile management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Dockerized stack: one command to start everything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Database restore from backup with db_restore.sh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What's Coming — Integrated Field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solidFill>
            <a:srgbClr val="00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PoolFinder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GPS navigation to pools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Live position on map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Navigate to nearest pool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Launch Visit or Survey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The /survey landing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1371600"/>
            <a:ext cx="3383280" cy="457200"/>
          </a:xfrm>
          <a:prstGeom prst="rect">
            <a:avLst/>
          </a:prstGeom>
          <a:solidFill>
            <a:srgbClr val="00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39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Visit &amp; Survey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Mobile-first multi-page forms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5-page Visit form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Monitoring survey from S123 spec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Photo capture &amp; attachment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Offline data queue + sync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383280" cy="457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Pool boundary mapping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Walk perimeter → polygon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In-app polygon draw tools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Accuracy monitoring</a:t>
            </a:r>
          </a:p>
          <a:p>
            <a:pPr indent="-228600" marL="457200"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Track recording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PWA &amp; Mobile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Progressive Web App — installable from browser, no app store required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Service worker with multi-tier caching: app assets, data, map tiles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Offline basemaps and boundary overlays for field use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App versioning with build-time injection (sw_template.js pattern from LoonWeb)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BroadcastChannel communication between service worker and app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IndexedDB for all local state: filters, survey data, sync queue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iOS-compatible: silent audio keep-alive for background GPS</a:t>
            </a:r>
          </a:p>
          <a:p>
            <a:pPr indent="-228600" marL="457200">
              <a:spcAft>
                <a:spcPts val="600"/>
              </a:spcAft>
              <a:defRPr sz="20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Capacitor bridge available for App Store distribution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5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084"/>
                </a:solidFill>
                <a:latin typeface="Calibri"/>
              </a:defRPr>
            </a:pPr>
            <a:r>
              <a:t>VPAtlas v3 Explore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600"/>
              </a:spcAft>
              <a:defRPr sz="1800">
                <a:solidFill>
                  <a:srgbClr val="E5E7EB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Three-pane pool explorer with filters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E5E7EB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Map with VCGI basemaps and boundary overlays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E5E7EB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Pool detail with visit/survey history</a:t>
            </a:r>
          </a:p>
          <a:p>
            <a:pPr indent="-228600" marL="457200">
              <a:spcAft>
                <a:spcPts val="600"/>
              </a:spcAft>
              <a:defRPr sz="1800">
                <a:solidFill>
                  <a:srgbClr val="E5E7EB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Mobile responsive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54A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v2 works — the DB and API are solid, but the UI/UX is built on aging tech</a:t>
            </a:r>
          </a:p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v3 reuses DB and API, replaces the Angular UI with plain modern JS</a:t>
            </a:r>
          </a:p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Simpler, maintainable, no build chain — Dockerized deployment</a:t>
            </a:r>
          </a:p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Integrated data-collection: surveys direct to DB, VCE controls the full stack</a:t>
            </a:r>
          </a:p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Mobile / offline / GPS capabilities proven across VCE projects</a:t>
            </a:r>
          </a:p>
          <a:p>
            <a:pPr indent="-228600" marL="457200">
              <a:spcAft>
                <a:spcPts val="1200"/>
              </a:spcAft>
              <a:defRPr sz="2200">
                <a:solidFill>
                  <a:srgbClr val="1F2937"/>
                </a:solidFill>
                <a:latin typeface="Calibri"/>
              </a:defRPr>
              <a:buSzPct val="100000"/>
              <a:buClr>
                <a:srgbClr val="007465"/>
              </a:buClr>
              <a:buChar char="•"/>
            </a:pPr>
            <a:r>
              <a:t>Positioned for wetlands act changes with rapid pool identification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5E7EB"/>
                </a:solidFill>
                <a:latin typeface="Calibri"/>
              </a:defRPr>
            </a:pPr>
            <a:r>
              <a:t>Vermont Center for Ecostudies  •  VPAtlas v3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